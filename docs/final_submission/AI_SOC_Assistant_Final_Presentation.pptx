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4" r:id="rId1"/>
    <p:sldMasterId id="2147483696" r:id="rId2"/>
  </p:sldMasterIdLst>
  <p:sldIdLst>
    <p:sldId id="256" r:id="rId3"/>
    <p:sldId id="257" r:id="rId4"/>
    <p:sldId id="262" r:id="rId5"/>
    <p:sldId id="258" r:id="rId6"/>
    <p:sldId id="263" r:id="rId7"/>
    <p:sldId id="259" r:id="rId8"/>
    <p:sldId id="260" r:id="rId9"/>
    <p:sldId id="261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A900"/>
    <a:srgbClr val="3CB3AA"/>
    <a:srgbClr val="FFFFFF"/>
    <a:srgbClr val="23727B"/>
    <a:srgbClr val="333E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19846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441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2621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49786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700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6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6535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33933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4387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0109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5353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495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02363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10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1761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084698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9023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775376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284174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806445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150082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2378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21166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246A0DE-8F82-41CD-B744-DF7E9D245348}" type="datetimeFigureOut">
              <a:rPr lang="he-IL" smtClean="0"/>
              <a:t>י"ב/אלול/תשפ"ג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86E17B0-5C7A-4DDA-B71C-945E95967749}" type="slidenum">
              <a:rPr lang="he-IL" smtClean="0"/>
              <a:t>‹#›</a:t>
            </a:fld>
            <a:endParaRPr lang="he-IL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769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1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r" defTabSz="914400" rtl="1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63781" y="3398982"/>
            <a:ext cx="10002982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t>AI SOC Assistant: Multi-Agent Triage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5708" y="4535054"/>
            <a:ext cx="3639127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t>Maor Kurztag</a:t>
            </a:r>
          </a:p>
          <a:p>
            <a:r>
              <a:t>Roi Noiman</a:t>
            </a:r>
          </a:p>
          <a:p>
            <a:r>
              <a:t>Daniel Gorodnitskiy</a:t>
            </a:r>
          </a:p>
          <a:p>
            <a:r>
              <a:t>Supervisors: HIT Project Center</a:t>
            </a:r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20545" cy="101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70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59200" y="979054"/>
            <a:ext cx="471054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t>Table of Contents</a:t>
            </a: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20545" cy="101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2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86910" y="526472"/>
            <a:ext cx="4710545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t>General description of the software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63781" y="2004291"/>
            <a:ext cx="4664364" cy="33239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t>Goals: Automate Tier 1 alert triage to reduce analyst fatigue.</a:t>
            </a:r>
          </a:p>
          <a:p>
            <a:r>
              <a:t>Main processes: Orchestrator routes alerts to domain-specialist agents.</a:t>
            </a:r>
          </a:p>
          <a:p>
            <a:r>
              <a:t>Main modules: React Frontend, FastAPI Backend, SQLite DB, LLM API.</a:t>
            </a:r>
          </a:p>
          <a:p>
            <a:r>
              <a:t>Main products: Structured, severity-rated triage reports.</a:t>
            </a: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20545" cy="101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5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40728" y="692727"/>
            <a:ext cx="4710545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t>Requirements from the Specification Document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20545" cy="101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4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40728" y="692727"/>
            <a:ext cx="4710545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t>Description of Algorithms and Software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20545" cy="101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2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48364" y="942109"/>
            <a:ext cx="471054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t>System Interface Screenshots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20545" cy="101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9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48364" y="942109"/>
            <a:ext cx="471054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t>Architecture Graphs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20545" cy="101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99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48364" y="942109"/>
            <a:ext cx="471054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t>Logic Mockups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20545" cy="101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8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51200" y="997528"/>
            <a:ext cx="56896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t>Project Progress Schedule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17600" y="1985818"/>
            <a:ext cx="925483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t>Sprint 1-2: Scope, Architecture, and ERD.</a:t>
            </a:r>
          </a:p>
          <a:p>
            <a:r>
              <a:t>Sprint 3-5: FastAPI Setup, React Frontend, Authentication, Chat Core.</a:t>
            </a:r>
          </a:p>
          <a:p>
            <a:r>
              <a:t>Sprint 6-7: Multi-Agent Logic, Guardrails Integration.</a:t>
            </a:r>
          </a:p>
          <a:p>
            <a:r>
              <a:t>Sprint 8: QA, Unit Testing (Pytest), Final Documentation.</a:t>
            </a:r>
          </a:p>
          <a:p/>
          <a:p>
            <a:r>
              <a:t>Evaluation: All tasks completed successfully according to the original plan.</a:t>
            </a: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20545" cy="101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23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95782" y="544946"/>
            <a:ext cx="56896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t>Unexpected Problems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35200" y="1187583"/>
            <a:ext cx="925483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t>1. LLM Hallucinations and generic, unhelpful responses.</a:t>
            </a:r>
          </a:p>
          <a:p>
            <a:r>
              <a:t>2. Application vulnerability to Prompt Injection attacks.</a:t>
            </a:r>
          </a:p>
          <a:p>
            <a:r>
              <a:t>3. Integrating synchronous LLM API calls with asynchronous FastAPI routes.</a:t>
            </a: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20545" cy="101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371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14256" y="979056"/>
            <a:ext cx="56896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t>Coping and Solving</a:t>
            </a: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20545" cy="101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92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97384" y="508001"/>
            <a:ext cx="568960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t>Conclusions for Further Development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20545" cy="101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93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55639" y="1019397"/>
            <a:ext cx="665941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200" dirty="0"/>
              <a:t>Highlights </a:t>
            </a:r>
            <a:r>
              <a:rPr lang="en-US" sz="3200" dirty="0" smtClean="0"/>
              <a:t>for </a:t>
            </a:r>
            <a:r>
              <a:rPr lang="en-US" sz="3200" dirty="0"/>
              <a:t>presentation design</a:t>
            </a:r>
            <a:endParaRPr lang="en-US" sz="3200" dirty="0" smtClean="0"/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653" y="2761690"/>
            <a:ext cx="2424547" cy="495300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563" y="2753978"/>
            <a:ext cx="672161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2979" y="2161775"/>
            <a:ext cx="494145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b="1" dirty="0"/>
              <a:t>1. </a:t>
            </a:r>
            <a:r>
              <a:rPr lang="en-US" dirty="0"/>
              <a:t>Only the following color palette should be used:</a:t>
            </a:r>
            <a:endParaRPr lang="he-IL" dirty="0"/>
          </a:p>
        </p:txBody>
      </p:sp>
      <p:sp>
        <p:nvSpPr>
          <p:cNvPr id="8" name="מלבן 7"/>
          <p:cNvSpPr/>
          <p:nvPr/>
        </p:nvSpPr>
        <p:spPr>
          <a:xfrm>
            <a:off x="1112979" y="3225516"/>
            <a:ext cx="7007688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250000"/>
              </a:lnSpc>
            </a:pPr>
            <a:r>
              <a:rPr lang="en-US" b="1" dirty="0"/>
              <a:t>2. </a:t>
            </a:r>
            <a:r>
              <a:rPr lang="en-US" dirty="0"/>
              <a:t>The font must be used: </a:t>
            </a:r>
            <a:r>
              <a:rPr lang="en-US" u="sng" dirty="0"/>
              <a:t>Calibri</a:t>
            </a:r>
          </a:p>
          <a:p>
            <a:pPr algn="l">
              <a:lnSpc>
                <a:spcPct val="250000"/>
              </a:lnSpc>
            </a:pPr>
            <a:r>
              <a:rPr lang="en-US" b="1" dirty="0"/>
              <a:t>3. </a:t>
            </a:r>
            <a:r>
              <a:rPr lang="en-US" dirty="0"/>
              <a:t>Sizes - 36 for the title and 18 for the subtitle</a:t>
            </a:r>
          </a:p>
          <a:p>
            <a:pPr algn="l">
              <a:lnSpc>
                <a:spcPct val="250000"/>
              </a:lnSpc>
            </a:pPr>
            <a:r>
              <a:rPr lang="en-US" b="1" dirty="0"/>
              <a:t>4. </a:t>
            </a:r>
            <a:r>
              <a:rPr lang="en-US" dirty="0"/>
              <a:t>Do not change the slide design</a:t>
            </a:r>
          </a:p>
          <a:p>
            <a:pPr algn="l">
              <a:lnSpc>
                <a:spcPct val="250000"/>
              </a:lnSpc>
            </a:pPr>
            <a:r>
              <a:rPr lang="en-US" b="1" dirty="0"/>
              <a:t>5. </a:t>
            </a:r>
            <a:r>
              <a:rPr lang="en-US" dirty="0" smtClean="0"/>
              <a:t>Add the </a:t>
            </a:r>
            <a:r>
              <a:rPr lang="en-US" dirty="0"/>
              <a:t>project logo </a:t>
            </a:r>
            <a:r>
              <a:rPr lang="en-US" dirty="0" smtClean="0"/>
              <a:t>(if </a:t>
            </a:r>
            <a:r>
              <a:rPr lang="en-US" dirty="0"/>
              <a:t>it </a:t>
            </a:r>
            <a:r>
              <a:rPr lang="en-US" dirty="0" smtClean="0"/>
              <a:t>exists), </a:t>
            </a:r>
            <a:r>
              <a:rPr lang="en-US" dirty="0"/>
              <a:t>in the upper right corner of each </a:t>
            </a:r>
            <a:r>
              <a:rPr lang="en-US" dirty="0" smtClean="0"/>
              <a:t>slide</a:t>
            </a:r>
            <a:endParaRPr lang="he-IL" dirty="0"/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20545" cy="101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37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מבט לאחור">
  <a:themeElements>
    <a:clrScheme name="מבט לאחור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מבט לאחור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בט לאחור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קווים דקיקים</Template>
  <TotalTime>50</TotalTime>
  <Words>155</Words>
  <Application>Microsoft Office PowerPoint</Application>
  <PresentationFormat>מסך רחב</PresentationFormat>
  <Paragraphs>26</Paragraphs>
  <Slides>13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 2</vt:lpstr>
      <vt:lpstr>HDOfficeLightV0</vt:lpstr>
      <vt:lpstr>מבט לאחור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ניסן אילאיב</dc:creator>
  <cp:lastModifiedBy>ניסן אילאיב</cp:lastModifiedBy>
  <cp:revision>9</cp:revision>
  <dcterms:created xsi:type="dcterms:W3CDTF">2023-05-07T16:33:11Z</dcterms:created>
  <dcterms:modified xsi:type="dcterms:W3CDTF">2023-08-29T13:31:10Z</dcterms:modified>
</cp:coreProperties>
</file>